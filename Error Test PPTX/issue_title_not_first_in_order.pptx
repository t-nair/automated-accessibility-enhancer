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ody Text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This shape was added first</a:t>
            </a:r>
          </a:p>
        </p:txBody>
      </p:sp>
      <p:sp>
        <p:nvSpPr>
          <p:cNvPr id="3" name="Title 1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This title was added second, so it is not first in reading order yet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