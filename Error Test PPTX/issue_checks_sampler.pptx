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/syllabu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Some content with no heading above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click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